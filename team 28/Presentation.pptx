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0E9B-D3B6-9E4D-84FA-27AB2197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54677-3A4E-DA4F-9503-159BEB2F2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55F8A-6C30-254D-9DE0-D01C470B9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66313-BDBC-FB40-87B3-DEE83E97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07B56-3482-3E46-9FD9-2E7189F4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5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D7802-031C-A644-85E5-DF40CDEF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5ED5F-E06C-F24B-9BEE-3E4015113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66F4F-40C6-3943-95A1-3F1CF5F1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2E4E7-C1B8-D649-B8AC-9181159A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6EE77-71A6-3642-B4B6-B0C8324B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1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9DC1E-2F87-DC43-A13E-60CB6444E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62826-9DBA-FE45-B0AF-17493539D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C151-A173-7545-B419-90132100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3EDE7-87D7-924D-9D13-C2B9CFC6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45745-0F26-CB46-963B-18A0615A6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2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D2E8-4291-A04E-951D-8B91B696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866A0-F6EA-2242-84F2-E5EA883E4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DEA27-E4AB-E746-8C16-2182CAA5F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C62AE-A992-A149-856C-16D42E05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B8788-64D0-164D-A329-98B226F0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79CAD-9581-F14A-922E-21B66725C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1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CBE4-F581-4143-8E5C-F4320BE41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C523E-089D-5740-ADE9-860D594D5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CE92B-1123-7648-93A3-FB4043DC1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9DCC2-ECA2-6044-B406-A453FDC7D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C98F8-72B0-A74B-9BD4-8E1E49AB3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84313E-63BD-5343-B528-59CB9471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1C784-2E83-834C-9837-619835CA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184BAA-DF91-E34B-AD5B-A4C32BE5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38B2-6C5A-3548-B10A-9FE1230A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6B9D9-5E2B-4748-A3FE-6347318D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1045D-E25B-8544-8B09-B0D64DEF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1A66B-57D6-604A-9D7F-F6D3F0C0E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9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A45CC-978E-D647-A82E-2B482D33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A479A-925E-1C48-B02D-37A343E06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BA4B0-C01E-5344-84DC-98CF9BC8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3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48F9-1E88-F248-B778-CE210B2B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79480-0E86-DB43-999A-8FD40E741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517E5-CA61-514F-89F8-29E25ABF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7EDCA-5605-0B4F-A49F-04A5BC56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FA24A-0342-E94B-855A-7A48ACD3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193B4-60A2-CF40-9430-77FC22CA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76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0B9E-9512-1C4A-8554-CC7C1A83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2B128C-D5FE-2147-AE59-EEA1250A4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F90EF-D719-D14D-89C1-AEFE62949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BD66B-55B8-F641-98DE-EEE1CF87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803FF-6B7B-B348-96BE-815F595F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AF55F-0936-504B-8493-307E3CD9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63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830B0-BD13-044B-87F3-4E211B8D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DFB393-A0C6-E244-85B7-DD9F7DEC3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82B59-EB7C-E943-A678-BD627FD22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0B40-62F1-C34C-865E-18048381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DEB9C-5A20-114C-925D-896CAA3C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9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295B8-C48D-5C43-89FF-129114E2F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7785B-7136-D249-B775-30348037E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86377-4C74-2E47-97E5-F2710E8B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2B18A-4B06-484E-8F38-6267AF35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5431-A212-3643-9286-96AD06ED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6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4ED5EB-6CEB-334C-B630-2346302B2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6BD65-3CE9-3D43-BACE-E89A08BDA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F1FC7-D108-B943-B5D2-FA5E07635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EB74D-A002-5C41-A53E-1A49FD39A70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6EAFD-FCB3-D14E-AB13-C005F4054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6FA7A-84C1-6E4E-9C3D-423000039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99D57-0380-564D-A23E-8D578B2F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10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16EEFF1-C325-2A48-9DE4-30E9E9D8D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08" y="119234"/>
            <a:ext cx="11936322" cy="641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02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866E1FC2-4407-A542-8D1C-5BADCE386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14" y="289718"/>
            <a:ext cx="11538929" cy="6121798"/>
          </a:xfrm>
        </p:spPr>
      </p:pic>
    </p:spTree>
    <p:extLst>
      <p:ext uri="{BB962C8B-B14F-4D97-AF65-F5344CB8AC3E}">
        <p14:creationId xmlns:p14="http://schemas.microsoft.com/office/powerpoint/2010/main" val="4247166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DBCFDA53-11F5-834A-A5C0-951787625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52" y="333692"/>
            <a:ext cx="11373623" cy="611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6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6221C5B-F17F-C64F-95EF-7CC05A375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21" y="275726"/>
            <a:ext cx="11519276" cy="615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3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AF69F278-6BC1-C344-B7C3-0E49E5314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02" y="216534"/>
            <a:ext cx="11614477" cy="601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1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10044AA9-E47A-614E-9FB4-48F7E6FF9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78" y="252638"/>
            <a:ext cx="11654892" cy="60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2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05B00DB3-FDF4-2242-A1CA-350ECE0E3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80" y="147577"/>
            <a:ext cx="11536530" cy="612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3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3C29B1EA-D302-1649-807D-CC7A7D149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39952"/>
            <a:ext cx="11577274" cy="616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19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2DD2B757-A439-4444-B705-2092151A6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970589" cy="635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12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F8D1595B-625F-A74D-AB87-665B6F664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62" y="-1"/>
            <a:ext cx="11344672" cy="593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5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2143D05-9BA8-A44D-912F-7C8A18910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18" y="0"/>
            <a:ext cx="11783091" cy="612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07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D9B4FA4-AAD5-2041-A1EF-3EAC9E371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36" y="0"/>
            <a:ext cx="11399873" cy="651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45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C56A3-70AD-6448-8E1F-C15DFFE5C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59172"/>
            <a:ext cx="11103770" cy="6139656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Team divide into two groups group 1 work in</a:t>
            </a:r>
          </a:p>
          <a:p>
            <a:pPr marL="0" indent="0">
              <a:buNone/>
            </a:pPr>
            <a:r>
              <a:rPr lang="en-GB"/>
              <a:t>Design and other work on back end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Group 1 : work us in this project</a:t>
            </a:r>
          </a:p>
          <a:p>
            <a:pPr marL="0" indent="0">
              <a:buNone/>
            </a:pPr>
            <a:r>
              <a:rPr lang="en-GB"/>
              <a:t>محمود مصطفى شفيق رمضان is(5)</a:t>
            </a:r>
          </a:p>
          <a:p>
            <a:pPr marL="0" indent="0">
              <a:buNone/>
            </a:pPr>
            <a:r>
              <a:rPr lang="en-GB"/>
              <a:t>مصطفى عبدالناصر يحيي is(5)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Group 2 will work on back end</a:t>
            </a:r>
          </a:p>
          <a:p>
            <a:pPr marL="0" indent="0">
              <a:buNone/>
            </a:pPr>
            <a:r>
              <a:rPr lang="en-GB"/>
              <a:t>محمود صلاح محمد مصطفى is(5)</a:t>
            </a:r>
          </a:p>
          <a:p>
            <a:pPr marL="0" indent="0">
              <a:buNone/>
            </a:pPr>
            <a:r>
              <a:rPr lang="en-GB"/>
              <a:t>محمد محمود محمد is(5) </a:t>
            </a:r>
          </a:p>
          <a:p>
            <a:pPr marL="0" indent="0">
              <a:buNone/>
            </a:pPr>
            <a:r>
              <a:rPr lang="en-GB"/>
              <a:t>محمد عبدالفتاح 2015 (is)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44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mahmoud shafiek</dc:creator>
  <cp:lastModifiedBy>mahmoud shafiek</cp:lastModifiedBy>
  <cp:revision>2</cp:revision>
  <dcterms:created xsi:type="dcterms:W3CDTF">2020-04-15T01:42:57Z</dcterms:created>
  <dcterms:modified xsi:type="dcterms:W3CDTF">2020-04-15T02:01:04Z</dcterms:modified>
</cp:coreProperties>
</file>